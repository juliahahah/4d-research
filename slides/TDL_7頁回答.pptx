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回答待辦1。重點在最後一條：Flow4Agent 沒把光流當 reward，留給我們升級空間。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回答待辦2。已做撞題檢查：depth 擁擠、flow-consistency 推理 reward 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回答待辦3(最關鍵)。感知vs推理，4D偏感知；MoCA歸因法可直接接reward。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回答待辦4。GT 資料驗證 + 偽標規模化，解決標註瓶頸。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回答待辦5。scene-flow 與點追蹤是升級選項，直擊時間一致性弱點。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回答待辦6。RLVR 痛點=稀疏；連續+過程級 reward 是對策，正是我們方法的正當性。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回答待辦7。賣點+benchmark對照。差異軸：靜vs動、真實vs合成、定量、規模。主評測VLM4D+STI。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補充頁:只列 10 篇導讀論文實際用到的 benchmark。講解重點:(1) depth/時空評測已齊全,可沿用其設定;(2) Flow4Agent 用了 flow 卻只評一般影片 benchmark —— 全場沒有 flow 專屬評測,呼應我們的縫隙;(3) 4D-RGPT 的 R4D-Bench(動態+region)是我們最近的對照,它的 ablation(P4D&gt;4D-SFT&gt;4D-Concat)也是學姊指定要學的範本。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研究 Flow4Agent 如何使用 flow，並檢視 training-free 做法有無可借用的新點子。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A1A2E"/>
                </a:solidFill>
                <a:latin typeface="Microsoft JhengHei"/>
              </a:rPr>
              <a:t>Flow4Agent：光流只當 </a:t>
            </a:r>
            <a:r>
              <a:rPr sz="2400" b="1" i="0">
                <a:solidFill>
                  <a:srgbClr val="E86A33"/>
                </a:solidFill>
                <a:latin typeface="Microsoft JhengHei"/>
              </a:rPr>
              <a:t>training-free 壓縮 prior</a:t>
            </a:r>
            <a:r>
              <a:rPr sz="2400" b="1" i="0">
                <a:solidFill>
                  <a:srgbClr val="1A1A2E"/>
                </a:solidFill>
                <a:latin typeface="Microsoft JhengHei"/>
              </a:rPr>
              <a:t>，</a:t>
            </a:r>
            <a:r>
              <a:rPr sz="2400" b="1" i="0">
                <a:solidFill>
                  <a:srgbClr val="1A1A2E"/>
                </a:solidFill>
                <a:latin typeface="Microsoft JhengHei"/>
              </a:rPr>
              <a:t>我們可升級為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首個把光流用於 LLM 影片理解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（ICCV 2025）。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TGO：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用粗光流分組相似幀 + 語意 prior 濾場景 → 自適應 frame 階層。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MTP：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用細光流剪掉 frame 內高冗餘 token。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成績：</a:t>
            </a:r>
            <a:r>
              <a:rPr sz="1600" b="0" i="0">
                <a:solidFill>
                  <a:srgbClr val="1A1A2E"/>
                </a:solidFill>
                <a:latin typeface="Segoe UI"/>
              </a:rPr>
              <a:t>Video-MME 64.7 / MLVU 71.4 / LongVideoBench 60.4。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可借用點子：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光流能有效標定「哪裡有運動證據」→ 把 motion prior 從『壓縮』升級為『訓練訊號(reward)』。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它證明光流能定位運動證據，但只用於壓縮、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沒當 reward —— 這就是我們的切入點。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Flow4Agent — Long-form Video Understanding via Motion Prior from Optical Flow. arXiv 2510.05836 (ICCV 2025).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調查是否已有研究把 depth / flow 放進 GRPO reward（不限 4D）。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1A2E"/>
                </a:solidFill>
                <a:latin typeface="Microsoft JhengHei"/>
              </a:rPr>
              <a:t>Depth-as-reward 已擁擠；</a:t>
            </a:r>
            <a:r>
              <a:rPr sz="2300" b="1" i="0">
                <a:solidFill>
                  <a:srgbClr val="E86A33"/>
                </a:solidFill>
                <a:latin typeface="Microsoft JhengHei"/>
              </a:rPr>
              <a:t>flow / scene-flow 一致性 reward 幾乎空白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Depth 已有先例：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DepthLM、Smooth Operator/AP-GRPO (2601.07695)、3D-R1 (2507.23478)、MetaSpatial、N3D-VLM (2512.16561)、DepthRL。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Flow 當 reward：幾乎沒有。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現有 flow 多為 輸入 / CoT / token 剪枝（Flow4Agent、Optical Flow CoT 2507.13362）。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最近鄰但不撞題：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VGGRPO (2603.26599) 屬影片生成；Video-R2 (2511.23478) 用時間戳對齊，非光流一致性。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把「光流／scene-flow 一致性」當 VLM 推理的可驗證 reward 沒人做 → 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新穎縫隙成立。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DepthLM · Smooth Operator 2601.07695 · 3D-R1 2507.23478 · N3D-VLM 2512.16561 · Flow4Agent 2510.05836 · VGGRPO 2603.26599 · Video-R2 2511.23478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找出「VLM 為何表現差」的根因（4D 感知不足 vs. LLM 推理未發揮）→ 作為 GRPO reward 設計依據。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1A2E"/>
                </a:solidFill>
                <a:latin typeface="Microsoft JhengHei"/>
              </a:rPr>
              <a:t>根因依任務而異：4D 題卡在</a:t>
            </a:r>
            <a:r>
              <a:rPr sz="2300" b="1" i="0">
                <a:solidFill>
                  <a:srgbClr val="0F768E"/>
                </a:solidFill>
                <a:latin typeface="Microsoft JhengHei"/>
              </a:rPr>
              <a:t>「感知不足」</a:t>
            </a:r>
            <a:r>
              <a:rPr sz="2300" b="1" i="0">
                <a:solidFill>
                  <a:srgbClr val="1A1A2E"/>
                </a:solidFill>
                <a:latin typeface="Microsoft JhengHei"/>
              </a:rPr>
              <a:t>，數學題卡在</a:t>
            </a:r>
            <a:r>
              <a:rPr sz="2300" b="1" i="0">
                <a:solidFill>
                  <a:srgbClr val="5B6370"/>
                </a:solidFill>
                <a:latin typeface="Microsoft JhengHei"/>
              </a:rPr>
              <a:t>「推理未發揮」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4D/時空 → 感知端：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VLM4D 人類 98.8% vs 最佳 62.0%（36 分差），弱在「整合視覺線索 + 維持時間一致性」。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數學/邏輯 → 推理端：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CrossMath (2604.16256) 純文 97.3% vs 純圖 35.7%，卡在推理鏈深度。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歸因方法(可用)：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MoCA「蒙眼推理器」判『壞在看 vs 壞在想』→ 直接變成 reward 依據。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對 4D 任務，感知不足是主因 → 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正當化用 depth/flow 一致性當 GRPO reward 訊號。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VLM4D 2508.02095 · CrossMath 2604.16256 · MoCA (Bad Seeing or Bad Thinking) 2605.14054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找有沒有已經帶 depth 資訊的資料集。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真實 RGB-D（ARKitScenes）+ 合成 flow/depth（Spring 等），且可</a:t>
            </a:r>
            <a:r>
              <a:rPr sz="2200" b="1" i="0">
                <a:solidFill>
                  <a:srgbClr val="E86A33"/>
                </a:solidFill>
                <a:latin typeface="Microsoft JhengHei"/>
              </a:rPr>
              <a:t>偽標免 GT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真實 3D/深度：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ARKitScenes（5,048 序列、雷射 GT 深度，2111.08897）、ScanNet++；VSI-Bench 建其上。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同時有 flow+depth：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Spring、FlyingThings3D、Virtual KITTI 2（GT scene flow）、Dynamic Replica（光流+3D 點追蹤）。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關鍵：偽標可規模化。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Depth Anything V2 + RAFT/FlowSeek (2509.05297) → 任意真實影片自動生 depth/flow。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有現成 GT 資料先驗證概念，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再靠基礎模型偽標把 reward 擴到大規模真實影片。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ARKitScenes 2111.08897 · Spring · Virtual KITTI 2 · Dynamic Replica · Depth Anything V2 (NeurIPS'24) · FlowSeek 2509.05297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探索 depth / flow 以外的其他證據模態。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最貼 4D 的是 </a:t>
            </a:r>
            <a:r>
              <a:rPr sz="2200" b="1" i="0">
                <a:solidFill>
                  <a:srgbClr val="0F768E"/>
                </a:solidFill>
                <a:latin typeface="Microsoft JhengHei"/>
              </a:rPr>
              <a:t>scene-flow</a:t>
            </a:r>
            <a:r>
              <a:rPr sz="2200" b="1" i="0">
                <a:solidFill>
                  <a:srgbClr val="1A1A2E"/>
                </a:solidFill>
                <a:latin typeface="Microsoft JhengHei"/>
              </a:rPr>
              <a:t> 與 </a:t>
            </a:r>
            <a:r>
              <a:rPr sz="2200" b="1" i="0">
                <a:solidFill>
                  <a:srgbClr val="0F768E"/>
                </a:solidFill>
                <a:latin typeface="Microsoft JhengHei"/>
              </a:rPr>
              <a:t>3D 點追蹤</a:t>
            </a:r>
            <a:r>
              <a:rPr sz="2200" b="1" i="0">
                <a:solidFill>
                  <a:srgbClr val="1A1A2E"/>
                </a:solidFill>
                <a:latin typeface="Microsoft JhengHei"/>
              </a:rPr>
              <a:t>——統一運動、直擊時間一致性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Scene flow（3D 運動場）：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把 depth+flow 統一於單一訊號，才是真正的「4D 證據」。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3D 點追蹤 / 跨幀對應：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直接量測時間一致性（正是 VLM4D 診斷的弱點）。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其他候選：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相機位姿、表面法線、分割遮罩、點雲/體素、BEV(GPT4Scene)、多視角一致性。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可把 reward 訊號從「2D 光流」升級為「scene-flow / 點追蹤一致性」，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新穎度與 4D 契合度更高。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scene flow: Virtual KITTI 2 / FlyingThings3D · 點追蹤: PointOdyssey / Dynamic Replica · N3D-VLM 2512.16561 · SpaceMind 2511.23075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找「reward function 設計提升能力」的相關論文，可含視覺以外領域。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RLVR 用可驗證 reward 提升推理；痛點是 </a:t>
            </a:r>
            <a:r>
              <a:rPr sz="2200" b="1" i="0">
                <a:solidFill>
                  <a:srgbClr val="E86A33"/>
                </a:solidFill>
                <a:latin typeface="Microsoft JhengHei"/>
              </a:rPr>
              <a:t>outcome-only 太稀疏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RLVR 範式：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用可程式化/自動驗證準則當 rule-based reward，低標註成本、緩解 reward hacking（Survey 2508.08189）。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痛點：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多為 outcome-only → 訊號稀疏、難約束中間步驟；RL 不誘發全新推理模式（OpenReview 4OsgYD7em5）。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對策(可借)：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過程 reward（Perception-PRM 2604.24583）、連續稠密化（Smooth Operator SNRA 2601.07695）。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RLVR 的痛點，正好被我們的「連續 4D 證據 reward + 過程級信用分配」對症解決。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RLVR Survey 2508.08189 · RL 侷限 OpenReview 4OsgYD7em5 · Perception-PRM 2604.24583 · Smooth Operator 2601.07695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確立方向的最大賣點；並記錄 4D 常見 benchmark（STI、VLM4D 等）及彼此差異。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A1A2E"/>
                </a:solidFill>
                <a:latin typeface="Microsoft JhengHei"/>
              </a:rPr>
              <a:t>賣點：4D 證據一致性當可驗證 reward；</a:t>
            </a:r>
            <a:r>
              <a:rPr sz="2100" b="1" i="0">
                <a:solidFill>
                  <a:srgbClr val="0F768E"/>
                </a:solidFill>
                <a:latin typeface="Microsoft JhengHei"/>
              </a:rPr>
              <a:t>主評測 VLM4D + STI-Bench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5B"/>
                </a:solidFill>
                <a:latin typeface="Microsoft JhengHei"/>
              </a:rPr>
              <a:t>一句話賣點：</a:t>
            </a:r>
            <a:r>
              <a:rPr sz="1400" b="0" i="0">
                <a:solidFill>
                  <a:srgbClr val="1A1A2E"/>
                </a:solidFill>
                <a:latin typeface="Microsoft JhengHei"/>
              </a:rPr>
              <a:t>把運動證據(光流/scene-flow)一致性做成連續可驗證 GRPO reward，首個把它從壓縮 prior 升級為訓練訊號。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1945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194560"/>
                <a:gridCol w="530352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規模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焦點 / 差異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VLM4D (2508.02095)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curated QA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平移/旋轉/視角/運動連續性；動態 · 對齊賣點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STI-Bench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300+片 / 2k+ QA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靜+動，強調精確量測(速度/距離) · 適合連續 reward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Spatial4D-Bench (2601.00092)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~40k QA / 18 任務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最全面 4D 空間智能；規模最大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VSI-Bench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5k QA / 8 任務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ScanNet 系，自帶深度 · 偏靜態 3D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DSI-Bench (2510.18873)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純動態空間智能 · 最貼 flow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depth-as-reward 擁擠 → 主打 flow 一致性；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主評測 VLM4D(動態)+STI-Bench(可量化)。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VLM4D 2508.02095 · STI-Bench · Spatial4D-Bench 2601.00092 · VSI-Bench · DSI-Bench 2510.18873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7/7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補充 · Flow / Depth 相關 Benchmark(限報告論文實際使用者)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整理 10 篇導讀論文(4D_evidence_reward_deep)實際評測用到的 depth / flow / 時空 benchmark。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深度/時空類 benchmark 在論文中已齊全；</a:t>
            </a:r>
            <a:r>
              <a:rPr sz="2200" b="1" i="0">
                <a:solidFill>
                  <a:srgbClr val="E86A33"/>
                </a:solidFill>
                <a:latin typeface="Microsoft JhengHei"/>
              </a:rPr>
              <a:t>「flow 一致性」的評測不存在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31720"/>
          <a:ext cx="108813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5577840"/>
              </a:tblGrid>
              <a:tr h="2997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marL="63500" marR="50800" marT="12700" marB="127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哪篇論文在用</a:t>
                      </a:r>
                    </a:p>
                  </a:txBody>
                  <a:tcPr marL="63500" marR="50800" marT="12700" marB="127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測什麼 / depth·flow 關聯</a:t>
                      </a:r>
                    </a:p>
                  </a:txBody>
                  <a:tcPr marL="63500" marR="50800" marT="12700" marB="12700" anchor="ctr">
                    <a:solidFill>
                      <a:srgbClr val="1A1A2E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VSI-Bench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VER · Video-R1 · Video-STR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3D 空間認知;建於 ScanNet/ScanNet++/ARKitScenes(場景自帶深度)。Video-STR 33.0→46.5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STI-Bench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4D-RGPT · Video-STR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精確量測(距離/速度/方向),深度+運動的定量評測。Video-STR 34.7→39.3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VLM4D (-real)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4D-RGPT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動態時空:平移/旋轉/視角/運動連續性(4D-RGPT +6.2)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VSTI-Bench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4D-RGPT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時空數值題(相對準確率;4D-RGPT +13.9)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E7D5B"/>
                          </a:solidFill>
                          <a:latin typeface="Microsoft JhengHei"/>
                        </a:rPr>
                        <a:t>R4D-Bench ★</a:t>
                      </a:r>
                    </a:p>
                  </a:txBody>
                  <a:tcPr marL="63500" marR="50800" marT="12700" marB="12700" anchor="ctr">
                    <a:solidFill>
                      <a:srgbClr val="EF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4D-RGPT 自建</a:t>
                      </a:r>
                    </a:p>
                  </a:txBody>
                  <a:tcPr marL="63500" marR="50800" marT="12700" marB="12700" anchor="ctr">
                    <a:solidFill>
                      <a:srgbClr val="EF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首個「動態場景+region 提示」4D VQA(~1.5k QA、9 類);源自 STI+VLM4D;Avg 42.2</a:t>
                      </a:r>
                    </a:p>
                  </a:txBody>
                  <a:tcPr marL="63500" marR="50800" marT="12700" marB="12700" anchor="ctr">
                    <a:solidFill>
                      <a:srgbClr val="EFF6F8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STV-205k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Video-STR 自建(訓練)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TAO+ScanNet+KITTI 逐幀標註→8 類 QA;深度來源=ScanNet/KITTI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OmniSpatial · MMSI · SAT · SPAR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4D-RGPT · Video-STR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空間推理系列(靜態為主,無 flow 成分)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Video-MME · MLVU · LVB 等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Flow4Agent · VER · Video-R1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1A2E"/>
                          </a:solidFill>
                          <a:latin typeface="Microsoft JhengHei"/>
                        </a:rPr>
                        <a:t>一般影片理解;Flow4Agent 只評這些 —— 用了 flow 卻無 flow 專屬評測</a:t>
                      </a:r>
                    </a:p>
                  </a:txBody>
                  <a:tcPr marL="63500" marR="50800" marT="12700" marB="12700" anchor="ctr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25780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42239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239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25780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A2E"/>
                </a:solidFill>
                <a:latin typeface="Microsoft JhengHei"/>
              </a:rPr>
              <a:t>depth/時空評測可直接沿用(VSI/STI/VLM4D/R4D);</a:t>
            </a:r>
            <a:r>
              <a:rPr sz="1400" b="0" i="0">
                <a:solidFill>
                  <a:srgbClr val="1A1A2E"/>
                </a:solidFill>
                <a:latin typeface="Microsoft JhengHei"/>
              </a:rPr>
              <a:t>沒有任何論文評「flow 一致性」→ 呼應我們的縫隙;R4D-Bench 是最近的對照。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依據: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各列出自 4D_evidence_reward_deep.pptx 導讀之論文 benchmark 段(VER · 4D-RGPT · Video-R1 · Video-STR · Flow4Agent 等);數字為各論文自報。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